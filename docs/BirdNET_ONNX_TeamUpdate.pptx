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76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23444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f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56362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889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BirdNET → ONNX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515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untrusted benchmark to a model we can actually prove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Coleman  ·  ONNX Export, Phases 0–5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Did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old benchmarks that were untrusted. This was a chance to reproduce BirdNET in a portable, ONNX format — and actually PROVE it behaves identically to the original, not just hope so.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324612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33821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32278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numbers were suspect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3547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measurement tools made FP16 look worse than it was.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63" y="44337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42793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retraining — re-proving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45994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math, new format. The whole job is: does it still sound the same?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903720" y="1234440"/>
            <a:ext cx="4800600" cy="397764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22376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223760" y="19659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Bit-for-bit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7223760" y="27889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predictions, in a portable format ONNX Runtime that can run anywhere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BirdNET → ONNX Export  ·  Team Jacamar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Wall, and the "Aha"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B2B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tool hit a wall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BirdNET computes its spectrogram using a math operation the standard TensorFlow→ONNX converter simply didn’t know how to translate. It failed the same way at every setting we tried.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2801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75120" y="16002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39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that unlocked it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675120" y="246888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"unsupported" math operation is secretly just a fixed matrix multiplication in disguise. So instead of fighting the tool, we swapped in the equivalent multiplication — exact same math, ops the converter already understood.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675120" y="4709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numerically before converting anything — no guessing.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BirdNET → ONNX Export  ·  Team Jacamar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Detective Story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expanded to all six recorders, agreement dropped hard on some of them. The instinct is to blame the model. We didn’t.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24176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 inputs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Bit-for-bit identical to the reference pipeline. Not that.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60520" y="20574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89120" y="2286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794" y="24176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" dirty="0"/>
          </a:p>
        </p:txBody>
      </p:sp>
      <p:sp>
        <p:nvSpPr>
          <p:cNvPr id="14" name="Text 10"/>
          <p:cNvSpPr/>
          <p:nvPr/>
        </p:nvSpPr>
        <p:spPr>
          <a:xfrm>
            <a:off x="4389120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model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389120" y="34290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TensorFlow model agreed with the ONNX model exactly. Not the conversion.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863840" y="20574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92440" y="2286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114" y="24176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" dirty="0"/>
          </a:p>
        </p:txBody>
      </p:sp>
      <p:sp>
        <p:nvSpPr>
          <p:cNvPr id="20" name="Text 15"/>
          <p:cNvSpPr/>
          <p:nvPr/>
        </p:nvSpPr>
        <p:spPr>
          <a:xfrm>
            <a:off x="8092440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real cause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92440" y="34290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audio clips themselves were cut to a slightly different length than the reference expected — a data mismatch, not a model bug.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80060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777240" y="4937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37,596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3063240" y="4937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validated, once the data issue was untangled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92240" y="4937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3400" dirty="0"/>
          </a:p>
        </p:txBody>
      </p:sp>
      <p:sp>
        <p:nvSpPr>
          <p:cNvPr id="26" name="Text 21"/>
          <p:cNvSpPr/>
          <p:nvPr/>
        </p:nvSpPr>
        <p:spPr>
          <a:xfrm>
            <a:off x="9006840" y="49377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the original model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BirdNET → ONNX Export  ·  Team Jacamar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1558138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8132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is validated — and it’s nearly free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214884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file size, 99.85% agreement with full precision. We even caught a subtle measurement trap along the way — a result THAT good was questionable, and confirmed exactly why the number came out that way before trusting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35240" y="1371600"/>
            <a:ext cx="4069080" cy="2331720"/>
          </a:xfrm>
          <a:prstGeom prst="roundRect">
            <a:avLst>
              <a:gd name="adj" fmla="val 4706"/>
            </a:avLst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0" y="160020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99.854%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863840" y="25146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agreement, half the size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63840" y="29718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disagreement was two owls being confused for each other — nothing broken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1605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43470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42702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17320" y="489204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target hardware with Kyle — it decides how we read this number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speed &amp; memory (Phase 6)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pruning plan’s label mismatch before building on it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everything so it’s reproducible by anyone on the team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BirdNET → ONNX Export  ·  Team Jacamar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478</Words>
  <Application>Microsoft Office PowerPoint</Application>
  <PresentationFormat>Widescreen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Coleman Bryant</cp:lastModifiedBy>
  <cp:revision>3</cp:revision>
  <dcterms:created xsi:type="dcterms:W3CDTF">2026-07-13T22:34:33Z</dcterms:created>
  <dcterms:modified xsi:type="dcterms:W3CDTF">2026-07-13T23:11:27Z</dcterms:modified>
</cp:coreProperties>
</file>